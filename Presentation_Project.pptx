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6" r:id="rId4"/>
    <p:sldId id="260" r:id="rId5"/>
    <p:sldId id="262" r:id="rId6"/>
    <p:sldId id="265" r:id="rId7"/>
    <p:sldId id="261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82" r:id="rId16"/>
    <p:sldId id="272" r:id="rId17"/>
    <p:sldId id="273" r:id="rId18"/>
    <p:sldId id="274" r:id="rId19"/>
    <p:sldId id="275" r:id="rId20"/>
    <p:sldId id="281" r:id="rId21"/>
    <p:sldId id="276" r:id="rId22"/>
    <p:sldId id="280" r:id="rId23"/>
    <p:sldId id="277" r:id="rId24"/>
    <p:sldId id="278" r:id="rId25"/>
    <p:sldId id="279" r:id="rId26"/>
    <p:sldId id="25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92"/>
    <p:restoredTop sz="94631"/>
  </p:normalViewPr>
  <p:slideViewPr>
    <p:cSldViewPr snapToGrid="0">
      <p:cViewPr varScale="1">
        <p:scale>
          <a:sx n="91" d="100"/>
          <a:sy n="91" d="100"/>
        </p:scale>
        <p:origin x="192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B8AA1-539F-82C3-C737-7375685EE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8453A3-7EAD-CA6F-05D9-F93E37DAF8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F0313-19D4-7DD9-B418-34B410007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6BA16-E8EA-9C4A-B493-0C5A9E00185B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D0E0A-BB38-D71E-1C23-B11BB5287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79324-BFB5-3B82-DB0C-14D54A9B8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2A90-BB5C-8B41-8336-D7A6D36CB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30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02DDF-AD98-8E71-EC85-9CEB891D2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C9BB3-374E-0164-1604-94E47755B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5148D-B2D1-1C94-D5B1-AEF17B84B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6BA16-E8EA-9C4A-B493-0C5A9E00185B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9688E-8905-1E2C-1F7B-DA8FD2EA6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7C676-4D54-4DB6-1026-2E538148F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2A90-BB5C-8B41-8336-D7A6D36CB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719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CEF24-99FA-0A51-22E4-7D80B2CD8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E72DC-FFB7-70DA-F843-5FA980BDF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0D7E0-AFCB-0008-AF6F-26F2FB48C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6BA16-E8EA-9C4A-B493-0C5A9E00185B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5B916-83C2-54E0-1D28-F3451BA6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6624F-832B-6CAF-0BE6-593604238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2A90-BB5C-8B41-8336-D7A6D36CB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773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1FC12-AD74-114E-2FB4-19E12ADF8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0FDC2-D389-0626-2E3B-F939F59FDA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00F179-0E2D-DD21-C3B3-EB9E741AD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CC2A1-CE6F-ED56-9A16-873547A73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6BA16-E8EA-9C4A-B493-0C5A9E00185B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8ACFB6-5C9C-9D0C-A2FD-ED05429E6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1A9329-EC35-A476-A568-6D043298A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2A90-BB5C-8B41-8336-D7A6D36CB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0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CAAD0-47C4-3E15-25C1-2C3FFF5D8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D93B0-13E9-3BAE-7BB1-279C67095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5E75B5-3645-9EFD-293B-51A7B2465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26CC15-CE98-57FF-C88E-728916992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0B6841-D5EE-E687-DF80-65FCBA3335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CC0884-CD09-3553-E9E7-F6E51C001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6BA16-E8EA-9C4A-B493-0C5A9E00185B}" type="datetimeFigureOut">
              <a:rPr lang="en-US" smtClean="0"/>
              <a:t>2/7/26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DECF06-EA72-6129-6420-41DD7F837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595827-4A53-DD38-F744-F30D1578A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2A90-BB5C-8B41-8336-D7A6D36CB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082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831E2-B325-B6D6-796F-005CA42F0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831877-AC5E-4444-7D4E-C55920636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6BA16-E8EA-9C4A-B493-0C5A9E00185B}" type="datetimeFigureOut">
              <a:rPr lang="en-US" smtClean="0"/>
              <a:t>2/7/26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D6D35D-C910-7A02-5235-99FBFC89D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B9E043-1254-92A4-4F0F-3E0CD6D0F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2A90-BB5C-8B41-8336-D7A6D36CB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164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8E6117-445B-B631-A0A0-0D225AB2E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6BA16-E8EA-9C4A-B493-0C5A9E00185B}" type="datetimeFigureOut">
              <a:rPr lang="en-US" smtClean="0"/>
              <a:t>2/7/26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EBDD69-C528-6D0A-EFE8-31C388674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C9B7F-030E-61FC-999D-67B51BD66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2A90-BB5C-8B41-8336-D7A6D36CB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71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870D3-17D4-541A-ED52-5D5611540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4A600-8ECA-43ED-D162-960CB75BE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B4FA4F-2FDF-6906-B664-ECB2F3085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008F6-8EA6-48C7-7A3E-991696B0F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6BA16-E8EA-9C4A-B493-0C5A9E00185B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C1B18-101E-6330-9921-0D7E0233F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BEB0C-F61D-7872-CBC3-86D055820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2A90-BB5C-8B41-8336-D7A6D36CB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135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17761-69EC-F650-2BAD-AE193E96C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0DEDFA-A6CB-14F3-2D01-0930E835F4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81833-13B8-807C-EFF6-508F537C4A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6CA12B-0A92-87E6-436F-413D9848D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6BA16-E8EA-9C4A-B493-0C5A9E00185B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81D938-A5D2-D3BE-4622-B09982710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48609-C47B-FBA6-1B50-812B7ADE0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2A90-BB5C-8B41-8336-D7A6D36CB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821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44EF1-8802-0D53-3A9C-A267618D9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EF6ECA-1778-05F2-8297-6B164EDAB9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538AF-6267-388B-B434-DA2B8DB00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6BA16-E8EA-9C4A-B493-0C5A9E00185B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6F4EC-D18C-C870-093E-CFB92EB80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3A392-C1FC-9150-45B0-29DDDA6AE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2A90-BB5C-8B41-8336-D7A6D36CB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31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E004FA-887F-1732-D9EE-EE8D906B03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329C62-C5DB-F683-025F-9BB364EAC2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2F08E-2EE8-6444-1484-3CF1A3C90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6BA16-E8EA-9C4A-B493-0C5A9E00185B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9192D-978D-B835-C7B1-40FE4D5F8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FA99D-D336-51CD-4D54-78394A64E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2A90-BB5C-8B41-8336-D7A6D36CB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542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825CCB-BA58-8D8E-7F2E-CDA94C837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10826D-B151-8378-5CB9-2F8E434F8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AFAED-580E-BB19-4445-E155A4106E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86BA16-E8EA-9C4A-B493-0C5A9E00185B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E3BE6-A684-E652-2243-CD03E88BD8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4231E-4255-3343-3E2A-92C86A1486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DF2A90-BB5C-8B41-8336-D7A6D36CB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66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visionatlas.iapb.or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9541899-1D5A-DE22-9958-A7A37090A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1423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074" name="Picture 2" descr="_81055519_537678713">
            <a:extLst>
              <a:ext uri="{FF2B5EF4-FFF2-40B4-BE49-F238E27FC236}">
                <a16:creationId xmlns:a16="http://schemas.microsoft.com/office/drawing/2014/main" id="{B6860EA6-B2EC-ACA3-8B81-34B0AC7D4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2547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8" name="Picture 4" descr="Figure 3 from Age related visual impairment in the elderly. | Semantic  Scholar">
            <a:extLst>
              <a:ext uri="{FF2B5EF4-FFF2-40B4-BE49-F238E27FC236}">
                <a16:creationId xmlns:a16="http://schemas.microsoft.com/office/drawing/2014/main" id="{0230C45F-DC8B-E090-E2B0-EC7B0FEB86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59"/>
          <a:stretch>
            <a:fillRect/>
          </a:stretch>
        </p:blipFill>
        <p:spPr bwMode="auto">
          <a:xfrm>
            <a:off x="2903276" y="267286"/>
            <a:ext cx="6385448" cy="6323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8604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63D5943-E293-245C-7AA4-05C5DA32A4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 can I find an object in a room?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169EFC08-4439-DE05-B1DD-A75801CEF4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Solution: Blind Assistance Systems</a:t>
            </a:r>
          </a:p>
        </p:txBody>
      </p:sp>
    </p:spTree>
    <p:extLst>
      <p:ext uri="{BB962C8B-B14F-4D97-AF65-F5344CB8AC3E}">
        <p14:creationId xmlns:p14="http://schemas.microsoft.com/office/powerpoint/2010/main" val="1385258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98C0E-8B5D-6CD7-9B3D-F2C07BF7B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Search and Retrieval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23FAF-4598-5B5C-816C-871275179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People with visual impairments face difficulties in </a:t>
            </a:r>
            <a:r>
              <a:rPr lang="en-US" b="1" dirty="0"/>
              <a:t>locating</a:t>
            </a:r>
            <a:r>
              <a:rPr lang="en-US" dirty="0"/>
              <a:t> and </a:t>
            </a:r>
            <a:r>
              <a:rPr lang="en-US" b="1" dirty="0"/>
              <a:t>retrieving </a:t>
            </a:r>
            <a:r>
              <a:rPr lang="en-US" dirty="0"/>
              <a:t>objects</a:t>
            </a:r>
          </a:p>
          <a:p>
            <a:r>
              <a:rPr lang="en-US" dirty="0"/>
              <a:t>Limitation in independence by requiring a third party to help</a:t>
            </a:r>
          </a:p>
          <a:p>
            <a:r>
              <a:rPr lang="en-US" dirty="0"/>
              <a:t>Solution: Blind Assistant Systems</a:t>
            </a:r>
          </a:p>
        </p:txBody>
      </p:sp>
    </p:spTree>
    <p:extLst>
      <p:ext uri="{BB962C8B-B14F-4D97-AF65-F5344CB8AC3E}">
        <p14:creationId xmlns:p14="http://schemas.microsoft.com/office/powerpoint/2010/main" val="3576861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ED029-BAB6-83DC-4588-300340D3F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NaviSense</a:t>
            </a:r>
            <a:r>
              <a:rPr lang="en-US" dirty="0"/>
              <a:t>: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C3C17-DF4E-51B2-425E-74F54BFA1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Address weaknesses of existing systems:</a:t>
            </a:r>
          </a:p>
          <a:p>
            <a:pPr lvl="1"/>
            <a:r>
              <a:rPr lang="en-US" dirty="0"/>
              <a:t>Dependency on Human Assistance (</a:t>
            </a:r>
            <a:r>
              <a:rPr lang="en-US" dirty="0" err="1"/>
              <a:t>BeMyEyes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Dependency on Wearables (Ray-Ban </a:t>
            </a:r>
            <a:r>
              <a:rPr lang="en-US" dirty="0" err="1"/>
              <a:t>MetaGlasses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Limited Object Categories (</a:t>
            </a:r>
            <a:r>
              <a:rPr lang="en-US" dirty="0" err="1"/>
              <a:t>AIGuide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Lack of precise guidance (</a:t>
            </a:r>
            <a:r>
              <a:rPr lang="en-US" dirty="0" err="1"/>
              <a:t>WorldScribe</a:t>
            </a:r>
            <a:r>
              <a:rPr lang="en-US" dirty="0"/>
              <a:t>)</a:t>
            </a:r>
          </a:p>
          <a:p>
            <a:r>
              <a:rPr lang="en-US" b="1" dirty="0"/>
              <a:t>Goal: </a:t>
            </a:r>
            <a:r>
              <a:rPr lang="en-US" dirty="0"/>
              <a:t>Provide open-world object detection pipeline that identifies and guides users to objects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20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E37F8-0510-686F-CD86-45DACBCED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NaviSense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3E9A2-F577-9352-7AA6-56FACF066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conversational AI-based assistive mobile application designed to support independent, real-time object retrieval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952D57-42A2-1D73-0814-045F8CDE8F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24" t="30892" r="1634" b="20960"/>
          <a:stretch>
            <a:fillRect/>
          </a:stretch>
        </p:blipFill>
        <p:spPr>
          <a:xfrm>
            <a:off x="243911" y="2731319"/>
            <a:ext cx="11704177" cy="402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722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A90E2-B404-417C-8DF3-2CBC59542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NaviSense</a:t>
            </a:r>
            <a:r>
              <a:rPr lang="en-US" dirty="0"/>
              <a:t>: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9A766-97BD-881D-9D27-39ECC9B4E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Conversational Voice Interface: </a:t>
            </a:r>
          </a:p>
          <a:p>
            <a:pPr lvl="1"/>
            <a:r>
              <a:rPr lang="en-US" dirty="0"/>
              <a:t>Apple Speech-to-Text</a:t>
            </a:r>
          </a:p>
          <a:p>
            <a:pPr lvl="1"/>
            <a:r>
              <a:rPr lang="en-US" dirty="0"/>
              <a:t>OpenAI GPT-4o-mini: interpreting user intent</a:t>
            </a:r>
          </a:p>
          <a:p>
            <a:r>
              <a:rPr lang="en-US" b="1" dirty="0"/>
              <a:t>3D Object Detection:</a:t>
            </a:r>
          </a:p>
          <a:p>
            <a:pPr lvl="1"/>
            <a:r>
              <a:rPr lang="en-US" dirty="0" err="1"/>
              <a:t>Moondream</a:t>
            </a:r>
            <a:r>
              <a:rPr lang="en-US" dirty="0"/>
              <a:t> 2B: an open-world VLM for 2D Object Detection</a:t>
            </a:r>
          </a:p>
          <a:p>
            <a:pPr lvl="1"/>
            <a:r>
              <a:rPr lang="en-US" dirty="0"/>
              <a:t>ARKit and LiDAR depth data to convert 2D location into spatial point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/>
              <a:t>Continuously tracked and updated locally</a:t>
            </a:r>
          </a:p>
          <a:p>
            <a:r>
              <a:rPr lang="en-US" b="1" dirty="0"/>
              <a:t>Multimodal Guidance Feedback (Audio-Haptic):</a:t>
            </a:r>
          </a:p>
          <a:p>
            <a:pPr lvl="1"/>
            <a:r>
              <a:rPr lang="en-US" dirty="0"/>
              <a:t>Audio Feedback: Directional voice prompts</a:t>
            </a:r>
          </a:p>
          <a:p>
            <a:pPr lvl="1"/>
            <a:r>
              <a:rPr lang="en-US" dirty="0"/>
              <a:t>Haptic Feedback: Distance-based vibrations</a:t>
            </a:r>
          </a:p>
          <a:p>
            <a:pPr lvl="1"/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909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EA370-AD6E-8DFC-577F-7E0EF50AA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NaviSense</a:t>
            </a:r>
            <a:r>
              <a:rPr lang="en-US" dirty="0"/>
              <a:t>: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13B5C-D8FB-0016-59C2-FC86EF273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Study: 12 PVI participants</a:t>
            </a:r>
          </a:p>
          <a:p>
            <a:r>
              <a:rPr lang="en-US" dirty="0"/>
              <a:t>Three target objects (3 trials per object), 4 tier shelf setup, 5 feet distance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EF6392-6EE4-3316-0FCD-D0BEC82BB9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30" t="36154" r="6260" b="23770"/>
          <a:stretch>
            <a:fillRect/>
          </a:stretch>
        </p:blipFill>
        <p:spPr>
          <a:xfrm>
            <a:off x="1382738" y="3307154"/>
            <a:ext cx="9426523" cy="286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556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D4260-9763-ECFB-6AEC-C44ACCA01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NaviSense</a:t>
            </a:r>
            <a:r>
              <a:rPr lang="en-US" dirty="0"/>
              <a:t>: Weaknesses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8D7FA-900A-31E6-59F3-D64571559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Initiating interactions verbally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Not suitable for every environment</a:t>
            </a:r>
          </a:p>
          <a:p>
            <a:r>
              <a:rPr lang="en-US" dirty="0"/>
              <a:t>Usage of two LLMs: one for interpretation, other for Object Detection</a:t>
            </a:r>
          </a:p>
          <a:p>
            <a:r>
              <a:rPr lang="en-US" dirty="0"/>
              <a:t>Ios only</a:t>
            </a:r>
          </a:p>
          <a:p>
            <a:r>
              <a:rPr lang="en-US" dirty="0"/>
              <a:t>Long search time (15 seconds maximum)</a:t>
            </a:r>
          </a:p>
          <a:p>
            <a:r>
              <a:rPr lang="en-US" dirty="0"/>
              <a:t>Missing feature: Personal Object Retrieval</a:t>
            </a:r>
          </a:p>
        </p:txBody>
      </p:sp>
    </p:spTree>
    <p:extLst>
      <p:ext uri="{BB962C8B-B14F-4D97-AF65-F5344CB8AC3E}">
        <p14:creationId xmlns:p14="http://schemas.microsoft.com/office/powerpoint/2010/main" val="1333108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AFBE530-6584-F2C1-BA48-A4D615638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B71363-7219-8CAF-0A99-9F9068714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852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4DCB7-9787-F696-E789-D388ECE2B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6B52C-F5D7-5DEF-1932-3C1AFAB3B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Providing a model:</a:t>
            </a:r>
          </a:p>
          <a:p>
            <a:pPr lvl="1"/>
            <a:r>
              <a:rPr lang="en-US" dirty="0"/>
              <a:t>that operates real-time high-speed</a:t>
            </a:r>
          </a:p>
          <a:p>
            <a:pPr lvl="1"/>
            <a:r>
              <a:rPr lang="en-US" dirty="0"/>
              <a:t>Combines Generic Object Detection and Personal Object Finding</a:t>
            </a:r>
          </a:p>
          <a:p>
            <a:pPr lvl="1"/>
            <a:r>
              <a:rPr lang="en-US" dirty="0"/>
              <a:t>Provides Guidance via Audio Feedback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63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FB1CF-DBD9-9D86-5BE6-E209A4C68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5DD31-2D69-3CB5-E055-2B1F24990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Backend-Implementation:</a:t>
            </a:r>
          </a:p>
          <a:p>
            <a:pPr lvl="1"/>
            <a:r>
              <a:rPr lang="en-US" dirty="0"/>
              <a:t>Generic Object Detector</a:t>
            </a:r>
          </a:p>
          <a:p>
            <a:pPr lvl="1"/>
            <a:r>
              <a:rPr lang="en-US" dirty="0"/>
              <a:t>Object Scanner + Personal Object Finder</a:t>
            </a:r>
          </a:p>
          <a:p>
            <a:r>
              <a:rPr lang="en-US" dirty="0"/>
              <a:t>Frontend-Implementation</a:t>
            </a:r>
          </a:p>
        </p:txBody>
      </p:sp>
    </p:spTree>
    <p:extLst>
      <p:ext uri="{BB962C8B-B14F-4D97-AF65-F5344CB8AC3E}">
        <p14:creationId xmlns:p14="http://schemas.microsoft.com/office/powerpoint/2010/main" val="79634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45544-91F7-6E0C-D467-1A5AB404D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Object Detector:  OD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B2B75-B4D1-08B1-8560-5F5B78A9E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5812" cy="4351338"/>
          </a:xfrm>
        </p:spPr>
        <p:txBody>
          <a:bodyPr/>
          <a:lstStyle/>
          <a:p>
            <a:r>
              <a:rPr lang="en-US" dirty="0"/>
              <a:t>YOLO World: Open World Object Detector</a:t>
            </a:r>
          </a:p>
        </p:txBody>
      </p:sp>
      <p:pic>
        <p:nvPicPr>
          <p:cNvPr id="4100" name="Picture 4" descr="YOLO-World Model architecture overview">
            <a:extLst>
              <a:ext uri="{FF2B5EF4-FFF2-40B4-BE49-F238E27FC236}">
                <a16:creationId xmlns:a16="http://schemas.microsoft.com/office/drawing/2014/main" id="{3BBC899D-EE03-96D4-E644-6C9EA62E76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5"/>
          <a:stretch>
            <a:fillRect/>
          </a:stretch>
        </p:blipFill>
        <p:spPr bwMode="auto">
          <a:xfrm>
            <a:off x="1861931" y="2629524"/>
            <a:ext cx="8468138" cy="3547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0383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2D0F9-3AD0-DD9A-A493-D43640CF8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World Object Detector: Depth Estimation + Guidance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B4808-CE86-11CF-A174-C1CDEFCC2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937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F2651-4764-A150-2FC3-995E4E83D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Personal Object Finder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CEB31-3013-48C8-FA76-BB81B0BFB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Goal: </a:t>
            </a:r>
            <a:r>
              <a:rPr lang="en-US" dirty="0"/>
              <a:t>develop system that makes it possible for users to save their personal items and help them retrieve them later</a:t>
            </a:r>
          </a:p>
          <a:p>
            <a:r>
              <a:rPr lang="en-US" b="1" dirty="0"/>
              <a:t>Related Work:</a:t>
            </a:r>
          </a:p>
          <a:p>
            <a:pPr lvl="1"/>
            <a:r>
              <a:rPr lang="en-US" dirty="0" err="1"/>
              <a:t>Recog</a:t>
            </a:r>
            <a:r>
              <a:rPr lang="en-US" dirty="0"/>
              <a:t>: asks users to provide 10+ images of personal objects and trains CNN on those images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/>
              <a:t>No guidance provided to objects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/>
              <a:t>Requires blank background when taking images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/>
              <a:t>Training inefficient (3 hours), costly</a:t>
            </a:r>
          </a:p>
          <a:p>
            <a:r>
              <a:rPr lang="en-US" dirty="0"/>
              <a:t>How to improve this?</a:t>
            </a:r>
          </a:p>
        </p:txBody>
      </p:sp>
    </p:spTree>
    <p:extLst>
      <p:ext uri="{BB962C8B-B14F-4D97-AF65-F5344CB8AC3E}">
        <p14:creationId xmlns:p14="http://schemas.microsoft.com/office/powerpoint/2010/main" val="632243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52D13-7533-46BD-B877-7A3A62DF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Personal Object Scanner: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24219-5F76-D159-2FBE-E44D8F031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SAMv2 (Segment Anything Model 2) for object segmentation</a:t>
            </a:r>
          </a:p>
          <a:p>
            <a:r>
              <a:rPr lang="en-US" dirty="0"/>
              <a:t>CSTR tracker to track object</a:t>
            </a:r>
          </a:p>
          <a:p>
            <a:r>
              <a:rPr lang="en-US" dirty="0"/>
              <a:t>DINOv2 for feature extraction of the object</a:t>
            </a:r>
          </a:p>
          <a:p>
            <a:r>
              <a:rPr lang="en-US" dirty="0"/>
              <a:t>FAISS database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991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961F9-0866-4953-1FAD-5008E8E96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Personal Object Scanner: Logical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23333-0D27-3D3C-4AA4-D78661D4E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59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BA47C-20FF-5ADB-8E8D-B35CE7A56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Personal Object Finder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0E300-901D-B485-1ED1-E6F488912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FASTSAM for automatic mask proposal</a:t>
            </a:r>
          </a:p>
          <a:p>
            <a:r>
              <a:rPr lang="en-US" dirty="0"/>
              <a:t>Features of each mask get calculated and compared with feature vectors stored in FAISS of object</a:t>
            </a:r>
          </a:p>
          <a:p>
            <a:r>
              <a:rPr lang="en-US" dirty="0"/>
              <a:t>Cosine similarity: return object class of feature that it most similar if similarity&gt;threshold</a:t>
            </a:r>
          </a:p>
        </p:txBody>
      </p:sp>
    </p:spTree>
    <p:extLst>
      <p:ext uri="{BB962C8B-B14F-4D97-AF65-F5344CB8AC3E}">
        <p14:creationId xmlns:p14="http://schemas.microsoft.com/office/powerpoint/2010/main" val="1729724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41A14-5AC1-DBEA-2080-7C56D7B43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Frontend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7ECB-D40E-D6E2-D01F-24221500B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1969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BF3B4-F861-BB85-4A54-1171B544D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Evaluation: Set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6734C-341B-0CB7-1A32-5B23D3597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1567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2F4A-E40A-15F6-5BBD-B689A0E73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714C9-8FB3-097B-B95F-182B1A2B2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Evaluation: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C9782-7273-FBE9-8618-8361A97A0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4716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454DC-9E8F-15FE-1D4E-07701C8C5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to other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A8565-F9D2-886D-303C-7653C9903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8464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322F5-6168-9A60-24F4-427AF84A7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DB783-2B94-7567-8225-A94B629FC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Warning when obstacles</a:t>
            </a:r>
          </a:p>
          <a:p>
            <a:r>
              <a:rPr lang="en-US" dirty="0"/>
              <a:t>Guidance in terms of directions</a:t>
            </a:r>
          </a:p>
          <a:p>
            <a:r>
              <a:rPr lang="en-US" dirty="0"/>
              <a:t>Precise Hand Guidance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5468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B4319-2A10-AE90-E6A2-8599ACF63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8E496-1FE0-51D0-61F8-4838A38D2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8848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2C41E-AF07-F6D4-8FE9-242C47ADC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162AF-2BEA-58E3-E1AD-16FDCD62C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https://visionatlas.iapb.org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/html/2401.17270v2</a:t>
            </a:r>
          </a:p>
        </p:txBody>
      </p:sp>
    </p:spTree>
    <p:extLst>
      <p:ext uri="{BB962C8B-B14F-4D97-AF65-F5344CB8AC3E}">
        <p14:creationId xmlns:p14="http://schemas.microsoft.com/office/powerpoint/2010/main" val="2303836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482</Words>
  <Application>Microsoft Macintosh PowerPoint</Application>
  <PresentationFormat>Widescreen</PresentationFormat>
  <Paragraphs>79</Paragraphs>
  <Slides>26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How can I find an object in a room?</vt:lpstr>
      <vt:lpstr>Object Search and Retrieval </vt:lpstr>
      <vt:lpstr>NaviSense: Motivation</vt:lpstr>
      <vt:lpstr>NaviSense</vt:lpstr>
      <vt:lpstr>NaviSense: Implementation</vt:lpstr>
      <vt:lpstr>NaviSense: Evaluation</vt:lpstr>
      <vt:lpstr>NaviSense: Weaknesses</vt:lpstr>
      <vt:lpstr>PowerPoint Presentation</vt:lpstr>
      <vt:lpstr>Goals</vt:lpstr>
      <vt:lpstr>Implementation</vt:lpstr>
      <vt:lpstr>Generic Object Detector:  OD Architecture</vt:lpstr>
      <vt:lpstr>Open World Object Detector: Depth Estimation + Guidance</vt:lpstr>
      <vt:lpstr>Personal Object Finder</vt:lpstr>
      <vt:lpstr>Personal Object Scanner: Models</vt:lpstr>
      <vt:lpstr>Personal Object Scanner: Logical Flow</vt:lpstr>
      <vt:lpstr>Personal Object Finder</vt:lpstr>
      <vt:lpstr>Frontend Implementation</vt:lpstr>
      <vt:lpstr>Evaluation: Set up</vt:lpstr>
      <vt:lpstr>Evaluation: Results</vt:lpstr>
      <vt:lpstr>Comparison to other systems</vt:lpstr>
      <vt:lpstr>Future Work</vt:lpstr>
      <vt:lpstr>Discussion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unmuessigann</dc:creator>
  <cp:lastModifiedBy>unmuessigann</cp:lastModifiedBy>
  <cp:revision>13</cp:revision>
  <dcterms:created xsi:type="dcterms:W3CDTF">2026-02-07T14:01:53Z</dcterms:created>
  <dcterms:modified xsi:type="dcterms:W3CDTF">2026-02-07T17:00:33Z</dcterms:modified>
</cp:coreProperties>
</file>